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062CE64-FB3D-4FD3-B942-EB1655C3BEA0}">
          <p14:sldIdLst/>
        </p14:section>
        <p14:section name="Untitled Section" id="{F5991597-7917-4EEA-8E82-9D01977741DE}">
          <p14:sldIdLst>
            <p14:sldId id="256"/>
            <p14:sldId id="257"/>
            <p14:sldId id="259"/>
            <p14:sldId id="258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97132"/>
    <a:srgbClr val="196B24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484C7-CA51-4D45-9C02-71BFD8E31927}" v="44" dt="2025-10-22T20:58:38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88" autoAdjust="0"/>
  </p:normalViewPr>
  <p:slideViewPr>
    <p:cSldViewPr snapToGrid="0">
      <p:cViewPr varScale="1">
        <p:scale>
          <a:sx n="148" d="100"/>
          <a:sy n="148" d="100"/>
        </p:scale>
        <p:origin x="120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cole" userId="f354c3da8a581b0f" providerId="LiveId" clId="{C152B466-1718-44F0-B24F-EA8A303680E6}"/>
    <pc:docChg chg="undo custSel addSld delSld modSld modSection">
      <pc:chgData name="thomas cole" userId="f354c3da8a581b0f" providerId="LiveId" clId="{C152B466-1718-44F0-B24F-EA8A303680E6}" dt="2025-10-22T21:02:59.814" v="519" actId="313"/>
      <pc:docMkLst>
        <pc:docMk/>
      </pc:docMkLst>
      <pc:sldChg chg="modSp mod">
        <pc:chgData name="thomas cole" userId="f354c3da8a581b0f" providerId="LiveId" clId="{C152B466-1718-44F0-B24F-EA8A303680E6}" dt="2025-10-22T20:43:39.131" v="32" actId="403"/>
        <pc:sldMkLst>
          <pc:docMk/>
          <pc:sldMk cId="1112096292" sldId="259"/>
        </pc:sldMkLst>
        <pc:spChg chg="mod">
          <ac:chgData name="thomas cole" userId="f354c3da8a581b0f" providerId="LiveId" clId="{C152B466-1718-44F0-B24F-EA8A303680E6}" dt="2025-10-22T20:43:39.131" v="32" actId="403"/>
          <ac:spMkLst>
            <pc:docMk/>
            <pc:sldMk cId="1112096292" sldId="259"/>
            <ac:spMk id="5" creationId="{B544AC11-291B-D401-5792-812902888B75}"/>
          </ac:spMkLst>
        </pc:spChg>
      </pc:sldChg>
      <pc:sldChg chg="addSp delSp modSp new mod">
        <pc:chgData name="thomas cole" userId="f354c3da8a581b0f" providerId="LiveId" clId="{C152B466-1718-44F0-B24F-EA8A303680E6}" dt="2025-10-22T21:02:59.814" v="519" actId="313"/>
        <pc:sldMkLst>
          <pc:docMk/>
          <pc:sldMk cId="184272845" sldId="260"/>
        </pc:sldMkLst>
        <pc:spChg chg="del">
          <ac:chgData name="thomas cole" userId="f354c3da8a581b0f" providerId="LiveId" clId="{C152B466-1718-44F0-B24F-EA8A303680E6}" dt="2025-10-22T20:42:02.406" v="1" actId="478"/>
          <ac:spMkLst>
            <pc:docMk/>
            <pc:sldMk cId="184272845" sldId="260"/>
            <ac:spMk id="2" creationId="{FCC86029-0F33-B1EC-BF4B-ECACFAAF5320}"/>
          </ac:spMkLst>
        </pc:spChg>
        <pc:spChg chg="del">
          <ac:chgData name="thomas cole" userId="f354c3da8a581b0f" providerId="LiveId" clId="{C152B466-1718-44F0-B24F-EA8A303680E6}" dt="2025-10-22T20:42:03.582" v="2" actId="478"/>
          <ac:spMkLst>
            <pc:docMk/>
            <pc:sldMk cId="184272845" sldId="260"/>
            <ac:spMk id="3" creationId="{39573EC6-D720-16FF-134D-BFFCC52CBA6D}"/>
          </ac:spMkLst>
        </pc:spChg>
        <pc:spChg chg="add mod">
          <ac:chgData name="thomas cole" userId="f354c3da8a581b0f" providerId="LiveId" clId="{C152B466-1718-44F0-B24F-EA8A303680E6}" dt="2025-10-22T20:43:05.394" v="22" actId="20577"/>
          <ac:spMkLst>
            <pc:docMk/>
            <pc:sldMk cId="184272845" sldId="260"/>
            <ac:spMk id="5" creationId="{3B73E920-912B-7CB4-E0DB-01E97D99F632}"/>
          </ac:spMkLst>
        </pc:spChg>
        <pc:spChg chg="add mod">
          <ac:chgData name="thomas cole" userId="f354c3da8a581b0f" providerId="LiveId" clId="{C152B466-1718-44F0-B24F-EA8A303680E6}" dt="2025-10-22T20:51:12.544" v="195" actId="404"/>
          <ac:spMkLst>
            <pc:docMk/>
            <pc:sldMk cId="184272845" sldId="260"/>
            <ac:spMk id="6" creationId="{58F40F6C-D027-3BFF-8A46-130F24C1BCCD}"/>
          </ac:spMkLst>
        </pc:spChg>
        <pc:spChg chg="add mod">
          <ac:chgData name="thomas cole" userId="f354c3da8a581b0f" providerId="LiveId" clId="{C152B466-1718-44F0-B24F-EA8A303680E6}" dt="2025-10-22T20:48:40.021" v="125" actId="14100"/>
          <ac:spMkLst>
            <pc:docMk/>
            <pc:sldMk cId="184272845" sldId="260"/>
            <ac:spMk id="7" creationId="{CB6B55B8-8D42-E2BB-4A53-ADD18955A42F}"/>
          </ac:spMkLst>
        </pc:spChg>
        <pc:spChg chg="add mod">
          <ac:chgData name="thomas cole" userId="f354c3da8a581b0f" providerId="LiveId" clId="{C152B466-1718-44F0-B24F-EA8A303680E6}" dt="2025-10-22T20:44:17.706" v="37" actId="1076"/>
          <ac:spMkLst>
            <pc:docMk/>
            <pc:sldMk cId="184272845" sldId="260"/>
            <ac:spMk id="8" creationId="{4D8E487D-9E59-7A71-86F6-118DF3ACB322}"/>
          </ac:spMkLst>
        </pc:spChg>
        <pc:spChg chg="add mod">
          <ac:chgData name="thomas cole" userId="f354c3da8a581b0f" providerId="LiveId" clId="{C152B466-1718-44F0-B24F-EA8A303680E6}" dt="2025-10-22T20:45:00.523" v="64" actId="20577"/>
          <ac:spMkLst>
            <pc:docMk/>
            <pc:sldMk cId="184272845" sldId="260"/>
            <ac:spMk id="9" creationId="{5F7D56CD-7029-B09A-422E-E5590495A604}"/>
          </ac:spMkLst>
        </pc:spChg>
        <pc:spChg chg="add mod">
          <ac:chgData name="thomas cole" userId="f354c3da8a581b0f" providerId="LiveId" clId="{C152B466-1718-44F0-B24F-EA8A303680E6}" dt="2025-10-22T20:45:10.999" v="69" actId="1076"/>
          <ac:spMkLst>
            <pc:docMk/>
            <pc:sldMk cId="184272845" sldId="260"/>
            <ac:spMk id="10" creationId="{4A5B88FA-4613-976F-EC89-8685B8F744BE}"/>
          </ac:spMkLst>
        </pc:spChg>
        <pc:spChg chg="add mod">
          <ac:chgData name="thomas cole" userId="f354c3da8a581b0f" providerId="LiveId" clId="{C152B466-1718-44F0-B24F-EA8A303680E6}" dt="2025-10-22T20:48:27.696" v="124" actId="20577"/>
          <ac:spMkLst>
            <pc:docMk/>
            <pc:sldMk cId="184272845" sldId="260"/>
            <ac:spMk id="11" creationId="{FFF68D55-00C7-C2C7-3F8C-EE49CF89EC70}"/>
          </ac:spMkLst>
        </pc:spChg>
        <pc:spChg chg="add mod">
          <ac:chgData name="thomas cole" userId="f354c3da8a581b0f" providerId="LiveId" clId="{C152B466-1718-44F0-B24F-EA8A303680E6}" dt="2025-10-22T20:48:11.772" v="111" actId="1076"/>
          <ac:spMkLst>
            <pc:docMk/>
            <pc:sldMk cId="184272845" sldId="260"/>
            <ac:spMk id="12" creationId="{21C8D0D3-8EA9-D8D1-55F8-425EA34CE04A}"/>
          </ac:spMkLst>
        </pc:spChg>
        <pc:spChg chg="add mod">
          <ac:chgData name="thomas cole" userId="f354c3da8a581b0f" providerId="LiveId" clId="{C152B466-1718-44F0-B24F-EA8A303680E6}" dt="2025-10-22T20:48:11.772" v="111" actId="1076"/>
          <ac:spMkLst>
            <pc:docMk/>
            <pc:sldMk cId="184272845" sldId="260"/>
            <ac:spMk id="13" creationId="{2F21E40B-6E00-D9BC-ECAE-5886F13EF782}"/>
          </ac:spMkLst>
        </pc:spChg>
        <pc:spChg chg="add del mod">
          <ac:chgData name="thomas cole" userId="f354c3da8a581b0f" providerId="LiveId" clId="{C152B466-1718-44F0-B24F-EA8A303680E6}" dt="2025-10-22T20:47:20.366" v="99" actId="478"/>
          <ac:spMkLst>
            <pc:docMk/>
            <pc:sldMk cId="184272845" sldId="260"/>
            <ac:spMk id="15" creationId="{FF70B5EA-5772-08E3-D844-001DE3CD2A46}"/>
          </ac:spMkLst>
        </pc:spChg>
        <pc:spChg chg="add mod">
          <ac:chgData name="thomas cole" userId="f354c3da8a581b0f" providerId="LiveId" clId="{C152B466-1718-44F0-B24F-EA8A303680E6}" dt="2025-10-22T20:47:47.714" v="106" actId="1076"/>
          <ac:spMkLst>
            <pc:docMk/>
            <pc:sldMk cId="184272845" sldId="260"/>
            <ac:spMk id="16" creationId="{B132D880-2987-ABD5-147C-54A0AA0BCFE9}"/>
          </ac:spMkLst>
        </pc:spChg>
        <pc:spChg chg="add mod">
          <ac:chgData name="thomas cole" userId="f354c3da8a581b0f" providerId="LiveId" clId="{C152B466-1718-44F0-B24F-EA8A303680E6}" dt="2025-10-22T20:48:03.898" v="110" actId="1076"/>
          <ac:spMkLst>
            <pc:docMk/>
            <pc:sldMk cId="184272845" sldId="260"/>
            <ac:spMk id="17" creationId="{2E08D638-7E14-409D-38D2-7045F5D4A3C4}"/>
          </ac:spMkLst>
        </pc:spChg>
        <pc:spChg chg="add mod">
          <ac:chgData name="thomas cole" userId="f354c3da8a581b0f" providerId="LiveId" clId="{C152B466-1718-44F0-B24F-EA8A303680E6}" dt="2025-10-22T20:48:51.616" v="129" actId="14100"/>
          <ac:spMkLst>
            <pc:docMk/>
            <pc:sldMk cId="184272845" sldId="260"/>
            <ac:spMk id="18" creationId="{2F605D94-A2FC-54B7-5AF1-A90779C45A73}"/>
          </ac:spMkLst>
        </pc:spChg>
        <pc:spChg chg="add mod">
          <ac:chgData name="thomas cole" userId="f354c3da8a581b0f" providerId="LiveId" clId="{C152B466-1718-44F0-B24F-EA8A303680E6}" dt="2025-10-22T20:49:07.176" v="134" actId="14100"/>
          <ac:spMkLst>
            <pc:docMk/>
            <pc:sldMk cId="184272845" sldId="260"/>
            <ac:spMk id="19" creationId="{7CECD4C7-FD7A-7F76-9B81-DD32F31A1D3D}"/>
          </ac:spMkLst>
        </pc:spChg>
        <pc:spChg chg="add mod">
          <ac:chgData name="thomas cole" userId="f354c3da8a581b0f" providerId="LiveId" clId="{C152B466-1718-44F0-B24F-EA8A303680E6}" dt="2025-10-22T20:49:29.856" v="142" actId="14100"/>
          <ac:spMkLst>
            <pc:docMk/>
            <pc:sldMk cId="184272845" sldId="260"/>
            <ac:spMk id="20" creationId="{46CAA3E8-1388-3BB5-DA36-B75DB484AE35}"/>
          </ac:spMkLst>
        </pc:spChg>
        <pc:spChg chg="add mod">
          <ac:chgData name="thomas cole" userId="f354c3da8a581b0f" providerId="LiveId" clId="{C152B466-1718-44F0-B24F-EA8A303680E6}" dt="2025-10-22T20:49:47.455" v="149" actId="14100"/>
          <ac:spMkLst>
            <pc:docMk/>
            <pc:sldMk cId="184272845" sldId="260"/>
            <ac:spMk id="21" creationId="{6C468CE2-1BD3-225E-79B6-8331D9433456}"/>
          </ac:spMkLst>
        </pc:spChg>
        <pc:spChg chg="add mod">
          <ac:chgData name="thomas cole" userId="f354c3da8a581b0f" providerId="LiveId" clId="{C152B466-1718-44F0-B24F-EA8A303680E6}" dt="2025-10-22T20:49:53.354" v="150"/>
          <ac:spMkLst>
            <pc:docMk/>
            <pc:sldMk cId="184272845" sldId="260"/>
            <ac:spMk id="22" creationId="{F3DFE95E-40F5-34FB-0C04-081D360DC9FA}"/>
          </ac:spMkLst>
        </pc:spChg>
        <pc:spChg chg="add mod">
          <ac:chgData name="thomas cole" userId="f354c3da8a581b0f" providerId="LiveId" clId="{C152B466-1718-44F0-B24F-EA8A303680E6}" dt="2025-10-22T20:50:43.065" v="174" actId="403"/>
          <ac:spMkLst>
            <pc:docMk/>
            <pc:sldMk cId="184272845" sldId="260"/>
            <ac:spMk id="23" creationId="{01DA9C85-5055-B460-EF88-FC858D469FA4}"/>
          </ac:spMkLst>
        </pc:spChg>
        <pc:spChg chg="add del mod">
          <ac:chgData name="thomas cole" userId="f354c3da8a581b0f" providerId="LiveId" clId="{C152B466-1718-44F0-B24F-EA8A303680E6}" dt="2025-10-22T20:50:34.793" v="172" actId="478"/>
          <ac:spMkLst>
            <pc:docMk/>
            <pc:sldMk cId="184272845" sldId="260"/>
            <ac:spMk id="24" creationId="{10F2FFA1-CF19-0405-ABDC-D99D17198660}"/>
          </ac:spMkLst>
        </pc:spChg>
        <pc:spChg chg="add mod">
          <ac:chgData name="thomas cole" userId="f354c3da8a581b0f" providerId="LiveId" clId="{C152B466-1718-44F0-B24F-EA8A303680E6}" dt="2025-10-22T20:50:43.065" v="174" actId="403"/>
          <ac:spMkLst>
            <pc:docMk/>
            <pc:sldMk cId="184272845" sldId="260"/>
            <ac:spMk id="25" creationId="{0D989FD5-0E22-13B9-6FDA-06F2DC1B50D9}"/>
          </ac:spMkLst>
        </pc:spChg>
        <pc:spChg chg="add mod">
          <ac:chgData name="thomas cole" userId="f354c3da8a581b0f" providerId="LiveId" clId="{C152B466-1718-44F0-B24F-EA8A303680E6}" dt="2025-10-22T20:50:50.630" v="175"/>
          <ac:spMkLst>
            <pc:docMk/>
            <pc:sldMk cId="184272845" sldId="260"/>
            <ac:spMk id="26" creationId="{79A3A1DF-09DE-CFD9-A2C2-D9D0AE233695}"/>
          </ac:spMkLst>
        </pc:spChg>
        <pc:spChg chg="add mod">
          <ac:chgData name="thomas cole" userId="f354c3da8a581b0f" providerId="LiveId" clId="{C152B466-1718-44F0-B24F-EA8A303680E6}" dt="2025-10-22T20:50:50.630" v="175"/>
          <ac:spMkLst>
            <pc:docMk/>
            <pc:sldMk cId="184272845" sldId="260"/>
            <ac:spMk id="27" creationId="{8C8FDE8E-3168-AB58-92BF-5459795BCA37}"/>
          </ac:spMkLst>
        </pc:spChg>
        <pc:spChg chg="add mod">
          <ac:chgData name="thomas cole" userId="f354c3da8a581b0f" providerId="LiveId" clId="{C152B466-1718-44F0-B24F-EA8A303680E6}" dt="2025-10-22T20:50:50.630" v="175"/>
          <ac:spMkLst>
            <pc:docMk/>
            <pc:sldMk cId="184272845" sldId="260"/>
            <ac:spMk id="28" creationId="{FE302B46-9683-3295-AB9F-13E0D94F6C9B}"/>
          </ac:spMkLst>
        </pc:spChg>
        <pc:spChg chg="add mod">
          <ac:chgData name="thomas cole" userId="f354c3da8a581b0f" providerId="LiveId" clId="{C152B466-1718-44F0-B24F-EA8A303680E6}" dt="2025-10-22T21:02:59.814" v="519" actId="313"/>
          <ac:spMkLst>
            <pc:docMk/>
            <pc:sldMk cId="184272845" sldId="260"/>
            <ac:spMk id="29" creationId="{C5B9DCAD-42F6-A053-967B-4B934C447ACF}"/>
          </ac:spMkLst>
        </pc:spChg>
        <pc:spChg chg="add mod">
          <ac:chgData name="thomas cole" userId="f354c3da8a581b0f" providerId="LiveId" clId="{C152B466-1718-44F0-B24F-EA8A303680E6}" dt="2025-10-22T20:50:57.025" v="178" actId="1076"/>
          <ac:spMkLst>
            <pc:docMk/>
            <pc:sldMk cId="184272845" sldId="260"/>
            <ac:spMk id="30" creationId="{CE3FDFA4-AF73-7A56-A3FD-6AFDEF9D1064}"/>
          </ac:spMkLst>
        </pc:spChg>
        <pc:spChg chg="add mod">
          <ac:chgData name="thomas cole" userId="f354c3da8a581b0f" providerId="LiveId" clId="{C152B466-1718-44F0-B24F-EA8A303680E6}" dt="2025-10-22T20:56:30.856" v="436" actId="20577"/>
          <ac:spMkLst>
            <pc:docMk/>
            <pc:sldMk cId="184272845" sldId="260"/>
            <ac:spMk id="31" creationId="{F40FCCFA-FAC3-B2F0-1E31-5C2C20740A7B}"/>
          </ac:spMkLst>
        </pc:spChg>
        <pc:spChg chg="add mod">
          <ac:chgData name="thomas cole" userId="f354c3da8a581b0f" providerId="LiveId" clId="{C152B466-1718-44F0-B24F-EA8A303680E6}" dt="2025-10-22T20:53:01.320" v="246" actId="207"/>
          <ac:spMkLst>
            <pc:docMk/>
            <pc:sldMk cId="184272845" sldId="260"/>
            <ac:spMk id="32" creationId="{99ED96E5-E839-DDAC-4344-15FF71D19A6C}"/>
          </ac:spMkLst>
        </pc:spChg>
        <pc:spChg chg="add mod">
          <ac:chgData name="thomas cole" userId="f354c3da8a581b0f" providerId="LiveId" clId="{C152B466-1718-44F0-B24F-EA8A303680E6}" dt="2025-10-22T20:50:57.025" v="178" actId="1076"/>
          <ac:spMkLst>
            <pc:docMk/>
            <pc:sldMk cId="184272845" sldId="260"/>
            <ac:spMk id="33" creationId="{EEE61B27-0914-73A9-DE3F-C17284667EA5}"/>
          </ac:spMkLst>
        </pc:spChg>
        <pc:spChg chg="add mod">
          <ac:chgData name="thomas cole" userId="f354c3da8a581b0f" providerId="LiveId" clId="{C152B466-1718-44F0-B24F-EA8A303680E6}" dt="2025-10-22T20:50:53.980" v="177"/>
          <ac:spMkLst>
            <pc:docMk/>
            <pc:sldMk cId="184272845" sldId="260"/>
            <ac:spMk id="34" creationId="{9B4BE442-9B3E-3C56-E592-6093FD7C816A}"/>
          </ac:spMkLst>
        </pc:spChg>
        <pc:spChg chg="add mod">
          <ac:chgData name="thomas cole" userId="f354c3da8a581b0f" providerId="LiveId" clId="{C152B466-1718-44F0-B24F-EA8A303680E6}" dt="2025-10-22T20:50:53.980" v="177"/>
          <ac:spMkLst>
            <pc:docMk/>
            <pc:sldMk cId="184272845" sldId="260"/>
            <ac:spMk id="35" creationId="{1BDFB175-5444-91C4-E3C7-58E984D9347D}"/>
          </ac:spMkLst>
        </pc:spChg>
        <pc:spChg chg="add mod">
          <ac:chgData name="thomas cole" userId="f354c3da8a581b0f" providerId="LiveId" clId="{C152B466-1718-44F0-B24F-EA8A303680E6}" dt="2025-10-22T20:50:53.980" v="177"/>
          <ac:spMkLst>
            <pc:docMk/>
            <pc:sldMk cId="184272845" sldId="260"/>
            <ac:spMk id="36" creationId="{8A8D1FEE-F3E0-3EBC-5985-23F52D25F21B}"/>
          </ac:spMkLst>
        </pc:spChg>
        <pc:spChg chg="add mod">
          <ac:chgData name="thomas cole" userId="f354c3da8a581b0f" providerId="LiveId" clId="{C152B466-1718-44F0-B24F-EA8A303680E6}" dt="2025-10-22T20:50:53.980" v="177"/>
          <ac:spMkLst>
            <pc:docMk/>
            <pc:sldMk cId="184272845" sldId="260"/>
            <ac:spMk id="37" creationId="{DAD0225B-5955-6CAC-19B9-E84DDB2C2608}"/>
          </ac:spMkLst>
        </pc:spChg>
        <pc:spChg chg="add mod">
          <ac:chgData name="thomas cole" userId="f354c3da8a581b0f" providerId="LiveId" clId="{C152B466-1718-44F0-B24F-EA8A303680E6}" dt="2025-10-22T20:50:53.980" v="177"/>
          <ac:spMkLst>
            <pc:docMk/>
            <pc:sldMk cId="184272845" sldId="260"/>
            <ac:spMk id="38" creationId="{461C8FFD-021F-A2D7-275B-269D50CA2EEB}"/>
          </ac:spMkLst>
        </pc:spChg>
        <pc:spChg chg="add mod">
          <ac:chgData name="thomas cole" userId="f354c3da8a581b0f" providerId="LiveId" clId="{C152B466-1718-44F0-B24F-EA8A303680E6}" dt="2025-10-22T20:51:30.659" v="210" actId="20577"/>
          <ac:spMkLst>
            <pc:docMk/>
            <pc:sldMk cId="184272845" sldId="260"/>
            <ac:spMk id="39" creationId="{8AFF3756-7B8F-A4D2-723B-12A46A800500}"/>
          </ac:spMkLst>
        </pc:spChg>
        <pc:spChg chg="add mod">
          <ac:chgData name="thomas cole" userId="f354c3da8a581b0f" providerId="LiveId" clId="{C152B466-1718-44F0-B24F-EA8A303680E6}" dt="2025-10-22T20:51:00.857" v="180" actId="1076"/>
          <ac:spMkLst>
            <pc:docMk/>
            <pc:sldMk cId="184272845" sldId="260"/>
            <ac:spMk id="40" creationId="{CB1DDBF0-9D1B-EA14-1048-311EA1CB3720}"/>
          </ac:spMkLst>
        </pc:spChg>
        <pc:spChg chg="add mod">
          <ac:chgData name="thomas cole" userId="f354c3da8a581b0f" providerId="LiveId" clId="{C152B466-1718-44F0-B24F-EA8A303680E6}" dt="2025-10-22T20:57:48.723" v="471" actId="403"/>
          <ac:spMkLst>
            <pc:docMk/>
            <pc:sldMk cId="184272845" sldId="260"/>
            <ac:spMk id="41" creationId="{284DA3B8-052F-C05A-CDA2-2E900ABB765F}"/>
          </ac:spMkLst>
        </pc:spChg>
        <pc:spChg chg="add mod">
          <ac:chgData name="thomas cole" userId="f354c3da8a581b0f" providerId="LiveId" clId="{C152B466-1718-44F0-B24F-EA8A303680E6}" dt="2025-10-22T20:59:21.581" v="516" actId="255"/>
          <ac:spMkLst>
            <pc:docMk/>
            <pc:sldMk cId="184272845" sldId="260"/>
            <ac:spMk id="42" creationId="{F6F3B89A-785F-3CD4-8655-970F0FE3532F}"/>
          </ac:spMkLst>
        </pc:spChg>
        <pc:spChg chg="add mod">
          <ac:chgData name="thomas cole" userId="f354c3da8a581b0f" providerId="LiveId" clId="{C152B466-1718-44F0-B24F-EA8A303680E6}" dt="2025-10-22T20:51:00.857" v="180" actId="1076"/>
          <ac:spMkLst>
            <pc:docMk/>
            <pc:sldMk cId="184272845" sldId="260"/>
            <ac:spMk id="43" creationId="{0AF96C9F-4A7E-F17A-8379-A1591455B327}"/>
          </ac:spMkLst>
        </pc:spChg>
        <pc:spChg chg="add del mod">
          <ac:chgData name="thomas cole" userId="f354c3da8a581b0f" providerId="LiveId" clId="{C152B466-1718-44F0-B24F-EA8A303680E6}" dt="2025-10-22T20:55:09.586" v="399" actId="478"/>
          <ac:spMkLst>
            <pc:docMk/>
            <pc:sldMk cId="184272845" sldId="260"/>
            <ac:spMk id="45" creationId="{3BCFCD81-A9A9-330B-9DEA-C4DD2FAF2F7F}"/>
          </ac:spMkLst>
        </pc:spChg>
        <pc:spChg chg="add del">
          <ac:chgData name="thomas cole" userId="f354c3da8a581b0f" providerId="LiveId" clId="{C152B466-1718-44F0-B24F-EA8A303680E6}" dt="2025-10-22T20:55:26.373" v="412" actId="478"/>
          <ac:spMkLst>
            <pc:docMk/>
            <pc:sldMk cId="184272845" sldId="260"/>
            <ac:spMk id="47" creationId="{3FF8D46B-30E7-8347-CAD6-794D2D7E0E8B}"/>
          </ac:spMkLst>
        </pc:spChg>
        <pc:picChg chg="add mod ord modCrop">
          <ac:chgData name="thomas cole" userId="f354c3da8a581b0f" providerId="LiveId" clId="{C152B466-1718-44F0-B24F-EA8A303680E6}" dt="2025-10-22T20:46:57.648" v="96" actId="167"/>
          <ac:picMkLst>
            <pc:docMk/>
            <pc:sldMk cId="184272845" sldId="260"/>
            <ac:picMk id="14" creationId="{76229791-1634-7764-3B3E-529BEDE70B99}"/>
          </ac:picMkLst>
        </pc:picChg>
        <pc:picChg chg="add mod">
          <ac:chgData name="thomas cole" userId="f354c3da8a581b0f" providerId="LiveId" clId="{C152B466-1718-44F0-B24F-EA8A303680E6}" dt="2025-10-22T20:52:35.836" v="237" actId="1076"/>
          <ac:picMkLst>
            <pc:docMk/>
            <pc:sldMk cId="184272845" sldId="260"/>
            <ac:picMk id="44" creationId="{62C85871-4013-5EC8-1992-9F54F08E9070}"/>
          </ac:picMkLst>
        </pc:picChg>
      </pc:sldChg>
      <pc:sldChg chg="new del">
        <pc:chgData name="thomas cole" userId="f354c3da8a581b0f" providerId="LiveId" clId="{C152B466-1718-44F0-B24F-EA8A303680E6}" dt="2025-10-22T20:45:01.607" v="66" actId="680"/>
        <pc:sldMkLst>
          <pc:docMk/>
          <pc:sldMk cId="102945660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0167D-BFBA-2832-6B74-8359C9055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5AE40-DC12-91C1-9DFF-475E90E5D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6B24F-20E6-9951-018E-81F0B553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CB23-E457-46BD-8DFC-B8A944667B1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1560D-818E-608D-B98B-E67D072B1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ADB44-4BD7-C030-2C09-84FE99F2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9936D-26D2-4FFE-8226-CFB6BFA4B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82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B20C-A367-A4C8-92FC-80C21635F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69239-CF01-9B67-31CD-4529449BF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A1828-6ABB-82AD-F739-B7E94395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CB23-E457-46BD-8DFC-B8A944667B1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F9FB6-A651-73A3-8079-5F8A1D0D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47F6A-FF19-5C3D-E068-0F368E5E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9936D-26D2-4FFE-8226-CFB6BFA4B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4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7FBBE-A94F-FC45-755F-C44B9DB09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04A8D-5457-B45C-1AD2-4014BCBF0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0D300-08FF-827E-4A17-7A0E6433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CB23-E457-46BD-8DFC-B8A944667B1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7C406-5D63-8F82-9D91-FCBE27E65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E6930-9B8F-9DD3-AD6E-71B9242C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9936D-26D2-4FFE-8226-CFB6BFA4B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73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8CF7-EAB8-E459-358A-2C237E064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8E2B2-6B07-29CF-D513-1203B1DB1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5AC88-4E37-4442-544C-2C7EA178C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B8B2D-73B0-F3A6-0740-285478DA2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CB23-E457-46BD-8DFC-B8A944667B1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5EA83-DCEB-675A-F4C6-3F2BBF7F0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46D2A-3021-F061-BE9F-044FE258F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9936D-26D2-4FFE-8226-CFB6BFA4B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33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7A6A-80BD-1C64-D3CA-450FD3C62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CA726-0400-8DEC-1C63-6978B831A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D9F75-B28D-16FA-4B61-CB7901DF9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F66EE-F5FB-2852-33B3-B39380CC2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DB3BD-264A-A954-F148-FAA066D4C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BE8BA-5883-A546-4C6B-79F1D7886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CB23-E457-46BD-8DFC-B8A944667B1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8C7D5E-AB7B-BC3D-7037-69B646F5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4E9CA-4CA5-EB50-E682-9720DF63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9936D-26D2-4FFE-8226-CFB6BFA4B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67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DE84C-9723-81C4-A301-DF95AAFA3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7AE27-8849-401A-D969-65B596F2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CB23-E457-46BD-8DFC-B8A944667B1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3B5C2-3ABB-7496-7177-B9D973DB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856B3-85FB-1A3F-F815-91606B42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9936D-26D2-4FFE-8226-CFB6BFA4B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8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F2319-890C-2C6E-8DED-64F3E5914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CB23-E457-46BD-8DFC-B8A944667B1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830C21-0E62-90B9-FE34-6EF4F2DCA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74477-FB5B-958E-BDC2-D5E0093D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9936D-26D2-4FFE-8226-CFB6BFA4B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44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63D4F-708E-BF7A-1791-05F6E4239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0D934-50A8-B8F0-BCF7-8C997AA24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12684-928A-5526-8A8C-CAA17BFC1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714E8-161F-E9C8-0F30-337A1CEB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CB23-E457-46BD-8DFC-B8A944667B1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961E4-AD67-4BAA-819C-6C61A3D6E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804E3-F3A1-CCC5-5F02-8C38FC370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9936D-26D2-4FFE-8226-CFB6BFA4B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27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0FB8B-AFEC-CAEF-8828-72FC1C6C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2A4A32-6C70-D29C-DE55-05E8755EA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15998-437D-B58F-C5ED-6684B6C9E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281A-E518-EECC-49E5-FA20F8043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CB23-E457-46BD-8DFC-B8A944667B1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2E9AD-2458-416E-ED4E-594DDC0F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56B17-9C29-19B5-E995-08E522C6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9936D-26D2-4FFE-8226-CFB6BFA4B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8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7A50-B273-907B-F10B-B47A05E5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8BEAF-41A5-2118-DC77-224232F02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FA31B-92B5-B2E1-AE19-CCADF063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CB23-E457-46BD-8DFC-B8A944667B1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89DA5-0E32-9508-1DC1-6E72FC379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B076E-3E1E-DF86-F840-797FB599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9936D-26D2-4FFE-8226-CFB6BFA4B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0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BA8F62-6CF0-497E-A748-92CCB125F5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99D72-1B52-79F3-C02D-0F1B4F58F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95678-F9DD-CBB2-9957-9D081CF9C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8CB23-E457-46BD-8DFC-B8A944667B1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62CF0-DD49-EC86-B75D-EB479507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AB257-41A2-59B8-5886-C8EB5179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9936D-26D2-4FFE-8226-CFB6BFA4B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2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64068-B6B9-E9E2-5339-9CA8D1D3B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097DD-252B-DA28-67EC-260418C09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AF606-DEC0-3AF6-E00D-10227CA1A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8CB23-E457-46BD-8DFC-B8A944667B1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9AAA2-55D7-DD7E-1FEF-E49620D2B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724D1-70AF-B01F-3073-D26969AF2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9936D-26D2-4FFE-8226-CFB6BFA4B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4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Sun shining through the trees&#10;&#10;AI-generated content may be incorrect.">
            <a:extLst>
              <a:ext uri="{FF2B5EF4-FFF2-40B4-BE49-F238E27FC236}">
                <a16:creationId xmlns:a16="http://schemas.microsoft.com/office/drawing/2014/main" id="{FB713F1A-5222-CF68-A672-761C6E269FF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8" b="29093"/>
          <a:stretch>
            <a:fillRect/>
          </a:stretch>
        </p:blipFill>
        <p:spPr>
          <a:xfrm>
            <a:off x="505560" y="1143000"/>
            <a:ext cx="11296650" cy="53975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B60F0CD-3AF1-5EEC-635C-06DD86418E18}"/>
              </a:ext>
            </a:extLst>
          </p:cNvPr>
          <p:cNvSpPr/>
          <p:nvPr/>
        </p:nvSpPr>
        <p:spPr>
          <a:xfrm>
            <a:off x="495300" y="3930650"/>
            <a:ext cx="11296650" cy="2609850"/>
          </a:xfrm>
          <a:prstGeom prst="rect">
            <a:avLst/>
          </a:prstGeom>
          <a:solidFill>
            <a:srgbClr val="E97132">
              <a:alpha val="5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Highlight reel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402E2C-CC62-68C6-5573-2D564AB87E8E}"/>
              </a:ext>
            </a:extLst>
          </p:cNvPr>
          <p:cNvSpPr/>
          <p:nvPr/>
        </p:nvSpPr>
        <p:spPr>
          <a:xfrm>
            <a:off x="495300" y="0"/>
            <a:ext cx="11296650" cy="11493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pPr algn="ctr"/>
            <a:endParaRPr lang="en-US" sz="1050" dirty="0"/>
          </a:p>
          <a:p>
            <a:pPr algn="ctr"/>
            <a:endParaRPr lang="en-US" sz="1050" dirty="0"/>
          </a:p>
          <a:p>
            <a:pPr algn="ctr"/>
            <a:r>
              <a:rPr lang="en-US" sz="1050" dirty="0"/>
              <a:t>Header</a:t>
            </a:r>
          </a:p>
          <a:p>
            <a:pPr algn="ctr"/>
            <a:endParaRPr lang="en-US" sz="1050" dirty="0"/>
          </a:p>
          <a:p>
            <a:pPr algn="ctr"/>
            <a:endParaRPr lang="en-US" sz="1050" dirty="0"/>
          </a:p>
          <a:p>
            <a:pPr algn="ctr"/>
            <a:r>
              <a:rPr lang="en-US" b="1" dirty="0"/>
              <a:t>Coleville’s Community Park </a:t>
            </a:r>
          </a:p>
          <a:p>
            <a:pPr algn="ctr"/>
            <a:r>
              <a:rPr lang="en-US" sz="1400" b="1" dirty="0"/>
              <a:t>Home</a:t>
            </a:r>
          </a:p>
          <a:p>
            <a:pPr algn="ctr"/>
            <a:endParaRPr lang="en-US" sz="1200" b="1" dirty="0"/>
          </a:p>
          <a:p>
            <a:pPr algn="ctr"/>
            <a:endParaRPr lang="en-US" dirty="0"/>
          </a:p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0700DC-C0CF-A0EB-970A-16473CAA694E}"/>
              </a:ext>
            </a:extLst>
          </p:cNvPr>
          <p:cNvSpPr/>
          <p:nvPr/>
        </p:nvSpPr>
        <p:spPr>
          <a:xfrm>
            <a:off x="10604500" y="152400"/>
            <a:ext cx="768350" cy="838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Quick Links:</a:t>
            </a:r>
          </a:p>
          <a:p>
            <a:pPr algn="ctr"/>
            <a:endParaRPr lang="en-US" sz="400" dirty="0"/>
          </a:p>
          <a:p>
            <a:pPr algn="ctr">
              <a:lnSpc>
                <a:spcPct val="150000"/>
              </a:lnSpc>
            </a:pPr>
            <a:r>
              <a:rPr lang="en-US" sz="600" dirty="0"/>
              <a:t>Home </a:t>
            </a:r>
          </a:p>
          <a:p>
            <a:pPr algn="ctr">
              <a:lnSpc>
                <a:spcPct val="150000"/>
              </a:lnSpc>
            </a:pPr>
            <a:r>
              <a:rPr lang="en-US" sz="600" dirty="0"/>
              <a:t>Navigation</a:t>
            </a:r>
          </a:p>
          <a:p>
            <a:pPr algn="ctr">
              <a:lnSpc>
                <a:spcPct val="150000"/>
              </a:lnSpc>
            </a:pPr>
            <a:r>
              <a:rPr lang="en-US" sz="600" dirty="0"/>
              <a:t>Activities</a:t>
            </a:r>
          </a:p>
          <a:p>
            <a:pPr algn="ctr">
              <a:lnSpc>
                <a:spcPct val="150000"/>
              </a:lnSpc>
            </a:pPr>
            <a:r>
              <a:rPr lang="en-US" sz="600" dirty="0"/>
              <a:t>About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10BBB0-A62A-BAA7-215A-8B6E11680A6A}"/>
              </a:ext>
            </a:extLst>
          </p:cNvPr>
          <p:cNvSpPr/>
          <p:nvPr/>
        </p:nvSpPr>
        <p:spPr>
          <a:xfrm>
            <a:off x="1028700" y="4127500"/>
            <a:ext cx="1670050" cy="2286000"/>
          </a:xfrm>
          <a:prstGeom prst="roundRect">
            <a:avLst/>
          </a:prstGeom>
          <a:solidFill>
            <a:schemeClr val="bg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Highlight 1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029AB80-7E4E-CE86-FA2F-DCE9307D46D4}"/>
              </a:ext>
            </a:extLst>
          </p:cNvPr>
          <p:cNvSpPr/>
          <p:nvPr/>
        </p:nvSpPr>
        <p:spPr>
          <a:xfrm>
            <a:off x="3181350" y="4165600"/>
            <a:ext cx="1670050" cy="2286000"/>
          </a:xfrm>
          <a:prstGeom prst="roundRect">
            <a:avLst/>
          </a:prstGeom>
          <a:solidFill>
            <a:schemeClr val="bg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Highlight 2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BFA5FC-35FF-6BBD-122D-CC382BB064B5}"/>
              </a:ext>
            </a:extLst>
          </p:cNvPr>
          <p:cNvSpPr/>
          <p:nvPr/>
        </p:nvSpPr>
        <p:spPr>
          <a:xfrm>
            <a:off x="5334000" y="4165600"/>
            <a:ext cx="1670050" cy="2286000"/>
          </a:xfrm>
          <a:prstGeom prst="roundRect">
            <a:avLst/>
          </a:prstGeom>
          <a:solidFill>
            <a:schemeClr val="bg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Highlight 3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68EAD3-27DB-E662-C3B1-5E7AB6C87CE4}"/>
              </a:ext>
            </a:extLst>
          </p:cNvPr>
          <p:cNvSpPr/>
          <p:nvPr/>
        </p:nvSpPr>
        <p:spPr>
          <a:xfrm>
            <a:off x="7486650" y="4165600"/>
            <a:ext cx="1670050" cy="2286000"/>
          </a:xfrm>
          <a:prstGeom prst="roundRect">
            <a:avLst/>
          </a:prstGeom>
          <a:solidFill>
            <a:schemeClr val="bg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Highlight 4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BF16AAE-BE28-1B42-9229-A9F524307B26}"/>
              </a:ext>
            </a:extLst>
          </p:cNvPr>
          <p:cNvSpPr/>
          <p:nvPr/>
        </p:nvSpPr>
        <p:spPr>
          <a:xfrm>
            <a:off x="1228564" y="4927642"/>
            <a:ext cx="1276858" cy="133723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Highlight info / picture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647DA0-2FD1-CAF0-445C-5DAAA5EB8533}"/>
              </a:ext>
            </a:extLst>
          </p:cNvPr>
          <p:cNvSpPr/>
          <p:nvPr/>
        </p:nvSpPr>
        <p:spPr>
          <a:xfrm>
            <a:off x="3371689" y="4927642"/>
            <a:ext cx="1276858" cy="133723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Highlight info / picture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A04D250-596A-4D3E-E2CD-4F05EBC5EB2F}"/>
              </a:ext>
            </a:extLst>
          </p:cNvPr>
          <p:cNvSpPr/>
          <p:nvPr/>
        </p:nvSpPr>
        <p:spPr>
          <a:xfrm>
            <a:off x="5524339" y="4927642"/>
            <a:ext cx="1276858" cy="133723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Highlight info / picture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6B8ADE9-BC88-0EA4-8BD5-5A49F1E65C5A}"/>
              </a:ext>
            </a:extLst>
          </p:cNvPr>
          <p:cNvSpPr/>
          <p:nvPr/>
        </p:nvSpPr>
        <p:spPr>
          <a:xfrm>
            <a:off x="7676989" y="4927642"/>
            <a:ext cx="1276858" cy="133723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Highlight info / picture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4244FA-6ED3-5BEF-E84E-7E9F4EB43550}"/>
              </a:ext>
            </a:extLst>
          </p:cNvPr>
          <p:cNvSpPr/>
          <p:nvPr/>
        </p:nvSpPr>
        <p:spPr>
          <a:xfrm>
            <a:off x="495300" y="6540500"/>
            <a:ext cx="11296650" cy="3175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Footer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488849C-EC72-6E67-F760-A6B8523640D9}"/>
              </a:ext>
            </a:extLst>
          </p:cNvPr>
          <p:cNvSpPr/>
          <p:nvPr/>
        </p:nvSpPr>
        <p:spPr>
          <a:xfrm>
            <a:off x="9639300" y="4165600"/>
            <a:ext cx="1670050" cy="2286000"/>
          </a:xfrm>
          <a:prstGeom prst="roundRect">
            <a:avLst/>
          </a:prstGeom>
          <a:solidFill>
            <a:schemeClr val="bg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Highlight 5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E90085F-A95F-25E7-8F06-C6F44EA189E4}"/>
              </a:ext>
            </a:extLst>
          </p:cNvPr>
          <p:cNvSpPr/>
          <p:nvPr/>
        </p:nvSpPr>
        <p:spPr>
          <a:xfrm>
            <a:off x="9829639" y="4927642"/>
            <a:ext cx="1276858" cy="133723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Highlight info / picture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FAB617-40CB-C696-3EA7-23F2A898C5C4}"/>
              </a:ext>
            </a:extLst>
          </p:cNvPr>
          <p:cNvSpPr/>
          <p:nvPr/>
        </p:nvSpPr>
        <p:spPr>
          <a:xfrm>
            <a:off x="495300" y="1149349"/>
            <a:ext cx="11296650" cy="27914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Welcome section:</a:t>
            </a:r>
          </a:p>
          <a:p>
            <a:pPr algn="ctr"/>
            <a:endParaRPr lang="en-US" sz="700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FC40C6-FCF2-AFF8-5759-A008CC69CA8D}"/>
              </a:ext>
            </a:extLst>
          </p:cNvPr>
          <p:cNvSpPr/>
          <p:nvPr/>
        </p:nvSpPr>
        <p:spPr>
          <a:xfrm>
            <a:off x="4354013" y="1400008"/>
            <a:ext cx="3579223" cy="146573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400" b="1" dirty="0"/>
              <a:t>Welcome</a:t>
            </a:r>
            <a:r>
              <a:rPr lang="en-US" sz="1400" dirty="0"/>
              <a:t>!</a:t>
            </a:r>
            <a:endParaRPr lang="en-US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r>
              <a:rPr lang="en-US" sz="800" dirty="0"/>
              <a:t>(also anything happening to the park</a:t>
            </a:r>
          </a:p>
          <a:p>
            <a:pPr algn="ctr"/>
            <a:r>
              <a:rPr lang="en-US" sz="800" dirty="0"/>
              <a:t> such as construction, closure, maintenance) 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B1DD90-240D-EB5C-68F4-E4839CC0A8BF}"/>
              </a:ext>
            </a:extLst>
          </p:cNvPr>
          <p:cNvSpPr/>
          <p:nvPr/>
        </p:nvSpPr>
        <p:spPr>
          <a:xfrm>
            <a:off x="640080" y="152400"/>
            <a:ext cx="927463" cy="8382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EADEF361-8911-177A-BE19-1F132F14C46E}"/>
              </a:ext>
            </a:extLst>
          </p:cNvPr>
          <p:cNvSpPr/>
          <p:nvPr/>
        </p:nvSpPr>
        <p:spPr>
          <a:xfrm>
            <a:off x="11512550" y="5080000"/>
            <a:ext cx="184150" cy="2286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07EDF53-5F5D-B8C0-F84F-E62F3D266F19}"/>
              </a:ext>
            </a:extLst>
          </p:cNvPr>
          <p:cNvSpPr/>
          <p:nvPr/>
        </p:nvSpPr>
        <p:spPr>
          <a:xfrm flipH="1">
            <a:off x="548005" y="5080000"/>
            <a:ext cx="184150" cy="2286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F5097D-2FDD-8E50-2B72-D1B6F27F9357}"/>
              </a:ext>
            </a:extLst>
          </p:cNvPr>
          <p:cNvSpPr/>
          <p:nvPr/>
        </p:nvSpPr>
        <p:spPr>
          <a:xfrm>
            <a:off x="4728754" y="1750423"/>
            <a:ext cx="2854235" cy="6308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welcome message</a:t>
            </a:r>
          </a:p>
        </p:txBody>
      </p:sp>
    </p:spTree>
    <p:extLst>
      <p:ext uri="{BB962C8B-B14F-4D97-AF65-F5344CB8AC3E}">
        <p14:creationId xmlns:p14="http://schemas.microsoft.com/office/powerpoint/2010/main" val="909225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4862BB-3EAE-A7CF-516F-BBAB629CB572}"/>
              </a:ext>
            </a:extLst>
          </p:cNvPr>
          <p:cNvSpPr/>
          <p:nvPr/>
        </p:nvSpPr>
        <p:spPr>
          <a:xfrm>
            <a:off x="0" y="1701800"/>
            <a:ext cx="12192000" cy="515619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FA64530-9AED-038A-8E94-83AA46C7D022}"/>
              </a:ext>
            </a:extLst>
          </p:cNvPr>
          <p:cNvSpPr/>
          <p:nvPr/>
        </p:nvSpPr>
        <p:spPr>
          <a:xfrm>
            <a:off x="7772399" y="1889125"/>
            <a:ext cx="4179887" cy="41275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6B92C5-024E-7E66-81F3-DA77A60CA217}"/>
              </a:ext>
            </a:extLst>
          </p:cNvPr>
          <p:cNvSpPr/>
          <p:nvPr/>
        </p:nvSpPr>
        <p:spPr>
          <a:xfrm>
            <a:off x="0" y="0"/>
            <a:ext cx="12192000" cy="17018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pPr algn="ctr"/>
            <a:r>
              <a:rPr lang="en-US" sz="1050" dirty="0"/>
              <a:t>Header</a:t>
            </a:r>
          </a:p>
          <a:p>
            <a:pPr algn="ctr"/>
            <a:endParaRPr lang="en-US" sz="1050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Coleville’s Community Park </a:t>
            </a:r>
          </a:p>
          <a:p>
            <a:pPr algn="ctr"/>
            <a:r>
              <a:rPr lang="en-US" sz="1400" b="1" dirty="0"/>
              <a:t>Navigation</a:t>
            </a:r>
          </a:p>
          <a:p>
            <a:pPr algn="ctr"/>
            <a:endParaRPr lang="en-US" dirty="0"/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4219CC2-DCA3-6809-099D-062121CDFA0A}"/>
              </a:ext>
            </a:extLst>
          </p:cNvPr>
          <p:cNvSpPr/>
          <p:nvPr/>
        </p:nvSpPr>
        <p:spPr>
          <a:xfrm>
            <a:off x="10604500" y="152400"/>
            <a:ext cx="1187450" cy="14287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Quick Links:</a:t>
            </a:r>
          </a:p>
          <a:p>
            <a:pPr algn="ctr"/>
            <a:endParaRPr lang="en-US" sz="1000" dirty="0"/>
          </a:p>
          <a:p>
            <a:pPr algn="ctr">
              <a:lnSpc>
                <a:spcPct val="150000"/>
              </a:lnSpc>
            </a:pPr>
            <a:r>
              <a:rPr lang="en-US" sz="1000" dirty="0"/>
              <a:t>Home </a:t>
            </a:r>
          </a:p>
          <a:p>
            <a:pPr algn="ctr">
              <a:lnSpc>
                <a:spcPct val="150000"/>
              </a:lnSpc>
            </a:pPr>
            <a:r>
              <a:rPr lang="en-US" sz="1000" dirty="0"/>
              <a:t>Navigation</a:t>
            </a:r>
          </a:p>
          <a:p>
            <a:pPr algn="ctr">
              <a:lnSpc>
                <a:spcPct val="150000"/>
              </a:lnSpc>
            </a:pPr>
            <a:r>
              <a:rPr lang="en-US" sz="1000" dirty="0"/>
              <a:t>Activities</a:t>
            </a:r>
          </a:p>
          <a:p>
            <a:pPr algn="ctr">
              <a:lnSpc>
                <a:spcPct val="150000"/>
              </a:lnSpc>
            </a:pPr>
            <a:r>
              <a:rPr lang="en-US" sz="1000" dirty="0"/>
              <a:t>About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D28A6F-4E75-BEC6-ABC3-9EB2D7D4F851}"/>
              </a:ext>
            </a:extLst>
          </p:cNvPr>
          <p:cNvSpPr/>
          <p:nvPr/>
        </p:nvSpPr>
        <p:spPr>
          <a:xfrm>
            <a:off x="8105503" y="2242820"/>
            <a:ext cx="3487783" cy="16489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Address info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Address: 1234 Park Ave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Links to various maps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CE0007-8030-CC33-1116-9169BF686997}"/>
              </a:ext>
            </a:extLst>
          </p:cNvPr>
          <p:cNvSpPr/>
          <p:nvPr/>
        </p:nvSpPr>
        <p:spPr>
          <a:xfrm>
            <a:off x="8115028" y="4012378"/>
            <a:ext cx="3487783" cy="16489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Parking info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(cost, availability, alternative parking like street parking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970BF3-1EA7-3914-8B03-B688D29AB8AC}"/>
              </a:ext>
            </a:extLst>
          </p:cNvPr>
          <p:cNvSpPr/>
          <p:nvPr/>
        </p:nvSpPr>
        <p:spPr>
          <a:xfrm>
            <a:off x="0" y="6197600"/>
            <a:ext cx="12192000" cy="660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Footer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495D21-FFC7-07C0-7759-2AFB3D06B4DD}"/>
              </a:ext>
            </a:extLst>
          </p:cNvPr>
          <p:cNvSpPr/>
          <p:nvPr/>
        </p:nvSpPr>
        <p:spPr>
          <a:xfrm>
            <a:off x="316230" y="247650"/>
            <a:ext cx="1187450" cy="11557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5DC7D78-A4A6-C687-E195-E5F1E6CAD6B6}"/>
              </a:ext>
            </a:extLst>
          </p:cNvPr>
          <p:cNvSpPr/>
          <p:nvPr/>
        </p:nvSpPr>
        <p:spPr>
          <a:xfrm>
            <a:off x="231774" y="1882775"/>
            <a:ext cx="7185025" cy="412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</p:txBody>
      </p:sp>
    </p:spTree>
    <p:extLst>
      <p:ext uri="{BB962C8B-B14F-4D97-AF65-F5344CB8AC3E}">
        <p14:creationId xmlns:p14="http://schemas.microsoft.com/office/powerpoint/2010/main" val="371345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155D-DC09-7CE3-A97A-732D67732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44AC11-291B-D401-5792-812902888B75}"/>
              </a:ext>
            </a:extLst>
          </p:cNvPr>
          <p:cNvSpPr/>
          <p:nvPr/>
        </p:nvSpPr>
        <p:spPr>
          <a:xfrm>
            <a:off x="0" y="0"/>
            <a:ext cx="12192000" cy="17018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endParaRPr lang="en-US" sz="2400" dirty="0"/>
          </a:p>
          <a:p>
            <a:pPr algn="ctr"/>
            <a:r>
              <a:rPr lang="en-US" sz="1050" dirty="0"/>
              <a:t>Header</a:t>
            </a:r>
          </a:p>
          <a:p>
            <a:pPr algn="ctr"/>
            <a:endParaRPr lang="en-US" sz="1050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Coleville’s Community Park </a:t>
            </a:r>
          </a:p>
          <a:p>
            <a:pPr algn="ctr"/>
            <a:r>
              <a:rPr lang="en-US" sz="1400" b="1" dirty="0"/>
              <a:t>Activities</a:t>
            </a:r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428B38-EEB0-D6A9-6A00-061D8047CBA1}"/>
              </a:ext>
            </a:extLst>
          </p:cNvPr>
          <p:cNvSpPr/>
          <p:nvPr/>
        </p:nvSpPr>
        <p:spPr>
          <a:xfrm>
            <a:off x="10604500" y="152400"/>
            <a:ext cx="1187450" cy="14287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Quick Links:</a:t>
            </a:r>
          </a:p>
          <a:p>
            <a:pPr algn="ctr"/>
            <a:endParaRPr lang="en-US" sz="1000" dirty="0"/>
          </a:p>
          <a:p>
            <a:pPr algn="ctr">
              <a:lnSpc>
                <a:spcPct val="150000"/>
              </a:lnSpc>
            </a:pPr>
            <a:r>
              <a:rPr lang="en-US" sz="1000" dirty="0"/>
              <a:t>Home </a:t>
            </a:r>
          </a:p>
          <a:p>
            <a:pPr algn="ctr">
              <a:lnSpc>
                <a:spcPct val="150000"/>
              </a:lnSpc>
            </a:pPr>
            <a:r>
              <a:rPr lang="en-US" sz="1000" dirty="0"/>
              <a:t>Navigation</a:t>
            </a:r>
          </a:p>
          <a:p>
            <a:pPr algn="ctr">
              <a:lnSpc>
                <a:spcPct val="150000"/>
              </a:lnSpc>
            </a:pPr>
            <a:r>
              <a:rPr lang="en-US" sz="1000" dirty="0"/>
              <a:t>Activities</a:t>
            </a:r>
          </a:p>
          <a:p>
            <a:pPr algn="ctr">
              <a:lnSpc>
                <a:spcPct val="150000"/>
              </a:lnSpc>
            </a:pPr>
            <a:r>
              <a:rPr lang="en-US" sz="1000" dirty="0"/>
              <a:t>About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54E97F-7B5C-3B11-2097-850E46B81BE3}"/>
              </a:ext>
            </a:extLst>
          </p:cNvPr>
          <p:cNvSpPr/>
          <p:nvPr/>
        </p:nvSpPr>
        <p:spPr>
          <a:xfrm>
            <a:off x="0" y="1701800"/>
            <a:ext cx="12192000" cy="5156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36DF3C-D7C9-C584-1714-73F28AB65E0E}"/>
              </a:ext>
            </a:extLst>
          </p:cNvPr>
          <p:cNvSpPr/>
          <p:nvPr/>
        </p:nvSpPr>
        <p:spPr>
          <a:xfrm>
            <a:off x="0" y="6197600"/>
            <a:ext cx="12192000" cy="660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Footer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5656B4-64F0-403B-8FAE-33AF294876CD}"/>
              </a:ext>
            </a:extLst>
          </p:cNvPr>
          <p:cNvSpPr/>
          <p:nvPr/>
        </p:nvSpPr>
        <p:spPr>
          <a:xfrm>
            <a:off x="7772399" y="1889125"/>
            <a:ext cx="4179887" cy="41275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Activities: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Playground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Picnic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Paths / trails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Sport field(s)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Restroom location(s)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4514AF-BE90-CB86-8C4A-5E588F4B2C7B}"/>
              </a:ext>
            </a:extLst>
          </p:cNvPr>
          <p:cNvSpPr/>
          <p:nvPr/>
        </p:nvSpPr>
        <p:spPr>
          <a:xfrm>
            <a:off x="231774" y="1882775"/>
            <a:ext cx="7185025" cy="41275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Events Calander: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Printable October 2025 Calendar - Wiki Calendar | Apache OpenOffice ...">
            <a:extLst>
              <a:ext uri="{FF2B5EF4-FFF2-40B4-BE49-F238E27FC236}">
                <a16:creationId xmlns:a16="http://schemas.microsoft.com/office/drawing/2014/main" id="{5AC9962D-0E3F-3728-15C9-666A21B86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725" y="2295525"/>
            <a:ext cx="451485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BF389B-F9D4-C3E6-925F-C3A5D1497BCB}"/>
              </a:ext>
            </a:extLst>
          </p:cNvPr>
          <p:cNvSpPr/>
          <p:nvPr/>
        </p:nvSpPr>
        <p:spPr>
          <a:xfrm>
            <a:off x="523875" y="2219325"/>
            <a:ext cx="2241550" cy="34861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 Event 1 -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Details, important info, requirements, dates, </a:t>
            </a:r>
            <a:r>
              <a:rPr lang="en-US" sz="1000" dirty="0" err="1">
                <a:solidFill>
                  <a:schemeClr val="tx1"/>
                </a:solidFill>
              </a:rPr>
              <a:t>etc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- Event 2 -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Details, important info, requirements, dates, </a:t>
            </a:r>
            <a:r>
              <a:rPr lang="en-US" sz="1000" dirty="0" err="1">
                <a:solidFill>
                  <a:schemeClr val="tx1"/>
                </a:solidFill>
              </a:rPr>
              <a:t>etc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- Event 3 -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Details, important info, requirements, dates, </a:t>
            </a:r>
            <a:r>
              <a:rPr lang="en-US" sz="1000" dirty="0" err="1">
                <a:solidFill>
                  <a:schemeClr val="tx1"/>
                </a:solidFill>
              </a:rPr>
              <a:t>etc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635197-B150-E12D-5036-839A4B67DAD0}"/>
              </a:ext>
            </a:extLst>
          </p:cNvPr>
          <p:cNvSpPr/>
          <p:nvPr/>
        </p:nvSpPr>
        <p:spPr>
          <a:xfrm>
            <a:off x="316230" y="247650"/>
            <a:ext cx="1187450" cy="11557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112096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570A2-5A06-2843-7FF8-393109B3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DE9F52-E298-9987-C1B4-FB66E80977C5}"/>
              </a:ext>
            </a:extLst>
          </p:cNvPr>
          <p:cNvSpPr/>
          <p:nvPr/>
        </p:nvSpPr>
        <p:spPr>
          <a:xfrm>
            <a:off x="0" y="0"/>
            <a:ext cx="12192000" cy="17018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Abadi" panose="020F0502020204030204" pitchFamily="34" charset="0"/>
              </a:rPr>
              <a:t>	Coleville’s Community Park  -  About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13A0D1-5D37-8B5A-73C9-432156E561B5}"/>
              </a:ext>
            </a:extLst>
          </p:cNvPr>
          <p:cNvSpPr/>
          <p:nvPr/>
        </p:nvSpPr>
        <p:spPr>
          <a:xfrm>
            <a:off x="10604500" y="152400"/>
            <a:ext cx="1187450" cy="14287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Quick Links:</a:t>
            </a:r>
          </a:p>
          <a:p>
            <a:pPr algn="ctr"/>
            <a:endParaRPr lang="en-US" sz="1000" dirty="0"/>
          </a:p>
          <a:p>
            <a:pPr algn="ctr">
              <a:lnSpc>
                <a:spcPct val="150000"/>
              </a:lnSpc>
            </a:pPr>
            <a:r>
              <a:rPr lang="en-US" sz="1000" dirty="0"/>
              <a:t>Home </a:t>
            </a:r>
          </a:p>
          <a:p>
            <a:pPr algn="ctr">
              <a:lnSpc>
                <a:spcPct val="150000"/>
              </a:lnSpc>
            </a:pPr>
            <a:r>
              <a:rPr lang="en-US" sz="1000" dirty="0"/>
              <a:t>Navigation</a:t>
            </a:r>
          </a:p>
          <a:p>
            <a:pPr algn="ctr">
              <a:lnSpc>
                <a:spcPct val="150000"/>
              </a:lnSpc>
            </a:pPr>
            <a:r>
              <a:rPr lang="en-US" sz="1000" dirty="0"/>
              <a:t>Activities</a:t>
            </a:r>
          </a:p>
          <a:p>
            <a:pPr algn="ctr">
              <a:lnSpc>
                <a:spcPct val="150000"/>
              </a:lnSpc>
            </a:pPr>
            <a:r>
              <a:rPr lang="en-US" sz="1000" dirty="0"/>
              <a:t>About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3E3F0C-BB31-5F10-3479-95E03E22FB71}"/>
              </a:ext>
            </a:extLst>
          </p:cNvPr>
          <p:cNvSpPr/>
          <p:nvPr/>
        </p:nvSpPr>
        <p:spPr>
          <a:xfrm>
            <a:off x="0" y="0"/>
            <a:ext cx="12192000" cy="17018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pPr algn="ctr"/>
            <a:r>
              <a:rPr lang="en-US" sz="1050" dirty="0"/>
              <a:t>Header</a:t>
            </a:r>
          </a:p>
          <a:p>
            <a:pPr algn="ctr"/>
            <a:endParaRPr lang="en-US" sz="1050" dirty="0"/>
          </a:p>
          <a:p>
            <a:pPr algn="ctr"/>
            <a:endParaRPr lang="en-US" dirty="0"/>
          </a:p>
          <a:p>
            <a:pPr algn="ctr"/>
            <a:r>
              <a:rPr lang="en-US" b="1" dirty="0"/>
              <a:t>Coleville’s Community Park </a:t>
            </a:r>
          </a:p>
          <a:p>
            <a:pPr algn="ctr"/>
            <a:r>
              <a:rPr lang="en-US" sz="1400" b="1" dirty="0"/>
              <a:t>About</a:t>
            </a:r>
          </a:p>
          <a:p>
            <a:pPr algn="ctr"/>
            <a:endParaRPr lang="en-US" dirty="0"/>
          </a:p>
          <a:p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410853-BCCB-56E8-1548-28413123F2FF}"/>
              </a:ext>
            </a:extLst>
          </p:cNvPr>
          <p:cNvSpPr/>
          <p:nvPr/>
        </p:nvSpPr>
        <p:spPr>
          <a:xfrm>
            <a:off x="10604500" y="152400"/>
            <a:ext cx="1187450" cy="14287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Quick Links:</a:t>
            </a:r>
          </a:p>
          <a:p>
            <a:pPr algn="ctr"/>
            <a:endParaRPr lang="en-US" sz="1000" dirty="0"/>
          </a:p>
          <a:p>
            <a:pPr algn="ctr">
              <a:lnSpc>
                <a:spcPct val="150000"/>
              </a:lnSpc>
            </a:pPr>
            <a:r>
              <a:rPr lang="en-US" sz="1000" dirty="0"/>
              <a:t>Home </a:t>
            </a:r>
          </a:p>
          <a:p>
            <a:pPr algn="ctr">
              <a:lnSpc>
                <a:spcPct val="150000"/>
              </a:lnSpc>
            </a:pPr>
            <a:r>
              <a:rPr lang="en-US" sz="1000" dirty="0"/>
              <a:t>Navigation</a:t>
            </a:r>
          </a:p>
          <a:p>
            <a:pPr algn="ctr">
              <a:lnSpc>
                <a:spcPct val="150000"/>
              </a:lnSpc>
            </a:pPr>
            <a:r>
              <a:rPr lang="en-US" sz="1000" dirty="0"/>
              <a:t>Activities</a:t>
            </a:r>
          </a:p>
          <a:p>
            <a:pPr algn="ctr">
              <a:lnSpc>
                <a:spcPct val="150000"/>
              </a:lnSpc>
            </a:pPr>
            <a:r>
              <a:rPr lang="en-US" sz="1000" dirty="0"/>
              <a:t>About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024702-ED94-6519-8547-71675864E9FC}"/>
              </a:ext>
            </a:extLst>
          </p:cNvPr>
          <p:cNvSpPr/>
          <p:nvPr/>
        </p:nvSpPr>
        <p:spPr>
          <a:xfrm>
            <a:off x="0" y="1701800"/>
            <a:ext cx="12192000" cy="5156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CC5C29-45FF-E171-E26F-EC9CDEE0AEA9}"/>
              </a:ext>
            </a:extLst>
          </p:cNvPr>
          <p:cNvSpPr/>
          <p:nvPr/>
        </p:nvSpPr>
        <p:spPr>
          <a:xfrm>
            <a:off x="0" y="6197600"/>
            <a:ext cx="12192000" cy="6604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18021B-71F4-1C23-B1F1-F724094570B8}"/>
              </a:ext>
            </a:extLst>
          </p:cNvPr>
          <p:cNvSpPr/>
          <p:nvPr/>
        </p:nvSpPr>
        <p:spPr>
          <a:xfrm>
            <a:off x="316230" y="247650"/>
            <a:ext cx="1187450" cy="11557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EB11E5-2DF6-EE32-9F72-14BEE37F0986}"/>
              </a:ext>
            </a:extLst>
          </p:cNvPr>
          <p:cNvSpPr/>
          <p:nvPr/>
        </p:nvSpPr>
        <p:spPr>
          <a:xfrm>
            <a:off x="231774" y="1882775"/>
            <a:ext cx="7185025" cy="41275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Short description of park’s history: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Date founded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Founders 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Original purpose and context</a:t>
            </a:r>
          </a:p>
          <a:p>
            <a:pPr marL="12001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Major achievements and milestones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FA58F0-50C1-56EF-7F12-973BC3F47F15}"/>
              </a:ext>
            </a:extLst>
          </p:cNvPr>
          <p:cNvSpPr/>
          <p:nvPr/>
        </p:nvSpPr>
        <p:spPr>
          <a:xfrm>
            <a:off x="7772399" y="1889125"/>
            <a:ext cx="4179887" cy="41275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Goals: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 Preservation of nature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Details of how this goal has been or is being completed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educating the community on sustainable practices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Details of how this goal has been or is being completed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 recycling, composting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Details of how this goal has been or is being completed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059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un shining through the trees">
            <a:extLst>
              <a:ext uri="{FF2B5EF4-FFF2-40B4-BE49-F238E27FC236}">
                <a16:creationId xmlns:a16="http://schemas.microsoft.com/office/drawing/2014/main" id="{76229791-1634-7764-3B3E-529BEDE70B99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57" t="23128" r="38956" b="29093"/>
          <a:stretch>
            <a:fillRect/>
          </a:stretch>
        </p:blipFill>
        <p:spPr>
          <a:xfrm>
            <a:off x="1009650" y="931024"/>
            <a:ext cx="1803400" cy="39013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73E920-912B-7CB4-E0DB-01E97D99F632}"/>
              </a:ext>
            </a:extLst>
          </p:cNvPr>
          <p:cNvSpPr txBox="1"/>
          <p:nvPr/>
        </p:nvSpPr>
        <p:spPr>
          <a:xfrm>
            <a:off x="1009650" y="0"/>
            <a:ext cx="1803400" cy="931024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Header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Coleville’s Community Park </a:t>
            </a:r>
          </a:p>
          <a:p>
            <a:pPr algn="ctr"/>
            <a:r>
              <a:rPr lang="en-US" sz="1050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F40F6C-D027-3BFF-8A46-130F24C1BCCD}"/>
              </a:ext>
            </a:extLst>
          </p:cNvPr>
          <p:cNvSpPr txBox="1"/>
          <p:nvPr/>
        </p:nvSpPr>
        <p:spPr>
          <a:xfrm>
            <a:off x="4108450" y="0"/>
            <a:ext cx="1803400" cy="1115690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Header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Coleville’s Community Park </a:t>
            </a:r>
          </a:p>
          <a:p>
            <a:pPr algn="ctr"/>
            <a:r>
              <a:rPr lang="en-US" sz="1050" b="1" dirty="0">
                <a:solidFill>
                  <a:schemeClr val="bg1"/>
                </a:solidFill>
              </a:rPr>
              <a:t>Navigation</a:t>
            </a:r>
          </a:p>
          <a:p>
            <a:pPr algn="ctr"/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6B55B8-8D42-E2BB-4A53-ADD18955A42F}"/>
              </a:ext>
            </a:extLst>
          </p:cNvPr>
          <p:cNvSpPr/>
          <p:nvPr/>
        </p:nvSpPr>
        <p:spPr>
          <a:xfrm>
            <a:off x="1009650" y="931024"/>
            <a:ext cx="1803400" cy="431067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8E487D-9E59-7A71-86F6-118DF3ACB322}"/>
              </a:ext>
            </a:extLst>
          </p:cNvPr>
          <p:cNvSpPr/>
          <p:nvPr/>
        </p:nvSpPr>
        <p:spPr>
          <a:xfrm>
            <a:off x="4108450" y="931024"/>
            <a:ext cx="1803400" cy="546977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7D56CD-7029-B09A-422E-E5590495A604}"/>
              </a:ext>
            </a:extLst>
          </p:cNvPr>
          <p:cNvSpPr/>
          <p:nvPr/>
        </p:nvSpPr>
        <p:spPr>
          <a:xfrm>
            <a:off x="1109163" y="1130127"/>
            <a:ext cx="1634037" cy="97172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  <a:p>
            <a:pPr algn="ctr"/>
            <a:r>
              <a:rPr lang="en-US" sz="1050" b="1" dirty="0"/>
              <a:t>Welcome</a:t>
            </a:r>
            <a:r>
              <a:rPr lang="en-US" sz="1050" dirty="0"/>
              <a:t>!</a:t>
            </a:r>
            <a:endParaRPr lang="en-US" sz="1200" dirty="0"/>
          </a:p>
          <a:p>
            <a:pPr algn="ctr"/>
            <a:endParaRPr lang="en-US" sz="700" dirty="0"/>
          </a:p>
          <a:p>
            <a:pPr algn="ctr"/>
            <a:endParaRPr lang="en-US" sz="700" dirty="0"/>
          </a:p>
          <a:p>
            <a:pPr algn="ctr"/>
            <a:endParaRPr lang="en-US" sz="700" dirty="0"/>
          </a:p>
          <a:p>
            <a:pPr algn="ctr"/>
            <a:endParaRPr lang="en-US" sz="700" dirty="0"/>
          </a:p>
          <a:p>
            <a:pPr algn="ctr"/>
            <a:endParaRPr lang="en-US" sz="700" dirty="0"/>
          </a:p>
          <a:p>
            <a:pPr algn="ctr"/>
            <a:endParaRPr lang="en-US" sz="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5B88FA-4613-976F-EC89-8685B8F744BE}"/>
              </a:ext>
            </a:extLst>
          </p:cNvPr>
          <p:cNvSpPr/>
          <p:nvPr/>
        </p:nvSpPr>
        <p:spPr>
          <a:xfrm>
            <a:off x="1280705" y="1534341"/>
            <a:ext cx="1265646" cy="4913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welcome message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F68D55-00C7-C2C7-3F8C-EE49CF89EC70}"/>
              </a:ext>
            </a:extLst>
          </p:cNvPr>
          <p:cNvSpPr/>
          <p:nvPr/>
        </p:nvSpPr>
        <p:spPr>
          <a:xfrm>
            <a:off x="1009650" y="2222500"/>
            <a:ext cx="1803400" cy="2609850"/>
          </a:xfrm>
          <a:prstGeom prst="rect">
            <a:avLst/>
          </a:prstGeom>
          <a:solidFill>
            <a:srgbClr val="E97132">
              <a:alpha val="5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Highlight reel</a:t>
            </a:r>
          </a:p>
          <a:p>
            <a:pPr algn="ctr"/>
            <a:endParaRPr lang="en-US" sz="1050" dirty="0"/>
          </a:p>
          <a:p>
            <a:pPr algn="ctr"/>
            <a:endParaRPr lang="en-US" sz="105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C8D0D3-8EA9-D8D1-55F8-425EA34CE04A}"/>
              </a:ext>
            </a:extLst>
          </p:cNvPr>
          <p:cNvSpPr/>
          <p:nvPr/>
        </p:nvSpPr>
        <p:spPr>
          <a:xfrm>
            <a:off x="1305058" y="2654300"/>
            <a:ext cx="1195610" cy="1949450"/>
          </a:xfrm>
          <a:prstGeom prst="roundRect">
            <a:avLst/>
          </a:prstGeom>
          <a:solidFill>
            <a:schemeClr val="bg1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Highlight 1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21E40B-6E00-D9BC-ECAE-5886F13EF782}"/>
              </a:ext>
            </a:extLst>
          </p:cNvPr>
          <p:cNvSpPr/>
          <p:nvPr/>
        </p:nvSpPr>
        <p:spPr>
          <a:xfrm>
            <a:off x="1456055" y="3351659"/>
            <a:ext cx="914119" cy="114036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Highlight info / picture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132D880-2987-ABD5-147C-54A0AA0BCFE9}"/>
              </a:ext>
            </a:extLst>
          </p:cNvPr>
          <p:cNvSpPr/>
          <p:nvPr/>
        </p:nvSpPr>
        <p:spPr>
          <a:xfrm flipH="1">
            <a:off x="1062527" y="3451628"/>
            <a:ext cx="165302" cy="1773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E08D638-7E14-409D-38D2-7045F5D4A3C4}"/>
              </a:ext>
            </a:extLst>
          </p:cNvPr>
          <p:cNvSpPr/>
          <p:nvPr/>
        </p:nvSpPr>
        <p:spPr>
          <a:xfrm rot="10800000" flipH="1">
            <a:off x="2577898" y="3451628"/>
            <a:ext cx="165302" cy="17739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605D94-A2FC-54B7-5AF1-A90779C45A73}"/>
              </a:ext>
            </a:extLst>
          </p:cNvPr>
          <p:cNvSpPr/>
          <p:nvPr/>
        </p:nvSpPr>
        <p:spPr>
          <a:xfrm>
            <a:off x="1009650" y="4832351"/>
            <a:ext cx="1803400" cy="40421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Footer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CECD4C7-FD7A-7F76-9B81-DD32F31A1D3D}"/>
              </a:ext>
            </a:extLst>
          </p:cNvPr>
          <p:cNvSpPr/>
          <p:nvPr/>
        </p:nvSpPr>
        <p:spPr>
          <a:xfrm>
            <a:off x="4230665" y="1062506"/>
            <a:ext cx="1551950" cy="27947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6CAA3E8-1388-3BB5-DA36-B75DB484AE35}"/>
              </a:ext>
            </a:extLst>
          </p:cNvPr>
          <p:cNvSpPr/>
          <p:nvPr/>
        </p:nvSpPr>
        <p:spPr>
          <a:xfrm>
            <a:off x="4230666" y="3988705"/>
            <a:ext cx="1551950" cy="224467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468CE2-1BD3-225E-79B6-8331D9433456}"/>
              </a:ext>
            </a:extLst>
          </p:cNvPr>
          <p:cNvSpPr/>
          <p:nvPr/>
        </p:nvSpPr>
        <p:spPr>
          <a:xfrm>
            <a:off x="4108450" y="6400800"/>
            <a:ext cx="1803400" cy="40421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Footer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1DA9C85-5055-B460-EF88-FC858D469FA4}"/>
              </a:ext>
            </a:extLst>
          </p:cNvPr>
          <p:cNvSpPr/>
          <p:nvPr/>
        </p:nvSpPr>
        <p:spPr>
          <a:xfrm>
            <a:off x="4331837" y="4130756"/>
            <a:ext cx="1328428" cy="8276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Address info</a:t>
            </a:r>
          </a:p>
          <a:p>
            <a:pPr algn="ctr"/>
            <a:endParaRPr lang="en-US" sz="700" dirty="0">
              <a:solidFill>
                <a:schemeClr val="tx1"/>
              </a:solidFill>
            </a:endParaRP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Address: 1234 Park Ave</a:t>
            </a:r>
          </a:p>
          <a:p>
            <a:pPr algn="ctr"/>
            <a:endParaRPr lang="en-US" sz="700" dirty="0">
              <a:solidFill>
                <a:schemeClr val="tx1"/>
              </a:solidFill>
            </a:endParaRPr>
          </a:p>
          <a:p>
            <a:pPr algn="ctr"/>
            <a:endParaRPr lang="en-US" sz="700" dirty="0">
              <a:solidFill>
                <a:schemeClr val="tx1"/>
              </a:solidFill>
            </a:endParaRP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Links to various maps</a:t>
            </a:r>
          </a:p>
          <a:p>
            <a:pPr algn="ctr"/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D989FD5-0E22-13B9-6FDA-06F2DC1B50D9}"/>
              </a:ext>
            </a:extLst>
          </p:cNvPr>
          <p:cNvSpPr/>
          <p:nvPr/>
        </p:nvSpPr>
        <p:spPr>
          <a:xfrm>
            <a:off x="4342426" y="5182065"/>
            <a:ext cx="1328428" cy="8276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Parking info</a:t>
            </a:r>
          </a:p>
          <a:p>
            <a:pPr algn="ctr"/>
            <a:endParaRPr lang="en-US" sz="700" dirty="0">
              <a:solidFill>
                <a:schemeClr val="tx1"/>
              </a:solidFill>
            </a:endParaRPr>
          </a:p>
          <a:p>
            <a:pPr algn="ctr"/>
            <a:endParaRPr lang="en-US" sz="700" dirty="0">
              <a:solidFill>
                <a:schemeClr val="tx1"/>
              </a:solidFill>
            </a:endParaRP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(cost, availability, alternative parking like street parking</a:t>
            </a:r>
            <a:r>
              <a:rPr lang="en-US" sz="7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B9DCAD-42F6-A053-967B-4B934C447ACF}"/>
              </a:ext>
            </a:extLst>
          </p:cNvPr>
          <p:cNvSpPr txBox="1"/>
          <p:nvPr/>
        </p:nvSpPr>
        <p:spPr>
          <a:xfrm>
            <a:off x="6360107" y="0"/>
            <a:ext cx="1803400" cy="1092607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Header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Coleville’s Community Park </a:t>
            </a:r>
          </a:p>
          <a:p>
            <a:pPr algn="ctr"/>
            <a:r>
              <a:rPr lang="en-US" sz="1050" b="1" dirty="0">
                <a:solidFill>
                  <a:schemeClr val="bg1"/>
                </a:solidFill>
              </a:rPr>
              <a:t>Activities</a:t>
            </a:r>
          </a:p>
          <a:p>
            <a:pPr algn="ctr"/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3FDFA4-AF73-7A56-A3FD-6AFDEF9D1064}"/>
              </a:ext>
            </a:extLst>
          </p:cNvPr>
          <p:cNvSpPr/>
          <p:nvPr/>
        </p:nvSpPr>
        <p:spPr>
          <a:xfrm>
            <a:off x="6360107" y="931024"/>
            <a:ext cx="1803400" cy="546977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40FCCFA-FAC3-B2F0-1E31-5C2C20740A7B}"/>
              </a:ext>
            </a:extLst>
          </p:cNvPr>
          <p:cNvSpPr/>
          <p:nvPr/>
        </p:nvSpPr>
        <p:spPr>
          <a:xfrm>
            <a:off x="6482322" y="1062506"/>
            <a:ext cx="1551950" cy="27947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- Event 1 -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Details, important info, requirements, dates, etc.</a:t>
            </a:r>
          </a:p>
          <a:p>
            <a:pPr algn="ctr"/>
            <a:endParaRPr lang="en-US" sz="8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- Event 2 -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Details, important info, requirements, dates, etc.</a:t>
            </a:r>
          </a:p>
          <a:p>
            <a:pPr algn="ctr"/>
            <a:endParaRPr lang="en-US" sz="8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- Event 3 -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Details, important info, requirements, dates, etc.</a:t>
            </a:r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ED96E5-E839-DDAC-4344-15FF71D19A6C}"/>
              </a:ext>
            </a:extLst>
          </p:cNvPr>
          <p:cNvSpPr/>
          <p:nvPr/>
        </p:nvSpPr>
        <p:spPr>
          <a:xfrm>
            <a:off x="6482323" y="3988705"/>
            <a:ext cx="1551950" cy="22446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Activities: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Playground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Picnic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Paths / trails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Sport field(s)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Restroom location(s)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E61B27-0914-73A9-DE3F-C17284667EA5}"/>
              </a:ext>
            </a:extLst>
          </p:cNvPr>
          <p:cNvSpPr/>
          <p:nvPr/>
        </p:nvSpPr>
        <p:spPr>
          <a:xfrm>
            <a:off x="6360107" y="6400800"/>
            <a:ext cx="1803400" cy="40421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Footer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FF3756-7B8F-A4D2-723B-12A46A800500}"/>
              </a:ext>
            </a:extLst>
          </p:cNvPr>
          <p:cNvSpPr txBox="1"/>
          <p:nvPr/>
        </p:nvSpPr>
        <p:spPr>
          <a:xfrm>
            <a:off x="8611764" y="0"/>
            <a:ext cx="1803400" cy="931024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Header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Coleville’s Community Park </a:t>
            </a:r>
          </a:p>
          <a:p>
            <a:pPr algn="ctr"/>
            <a:r>
              <a:rPr lang="en-US" sz="1050" b="1" dirty="0">
                <a:solidFill>
                  <a:schemeClr val="bg1"/>
                </a:solidFill>
              </a:rPr>
              <a:t>About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1DDBF0-9D1B-EA14-1048-311EA1CB3720}"/>
              </a:ext>
            </a:extLst>
          </p:cNvPr>
          <p:cNvSpPr/>
          <p:nvPr/>
        </p:nvSpPr>
        <p:spPr>
          <a:xfrm>
            <a:off x="8611764" y="931024"/>
            <a:ext cx="1803400" cy="546977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84DA3B8-052F-C05A-CDA2-2E900ABB765F}"/>
              </a:ext>
            </a:extLst>
          </p:cNvPr>
          <p:cNvSpPr/>
          <p:nvPr/>
        </p:nvSpPr>
        <p:spPr>
          <a:xfrm>
            <a:off x="8733979" y="1062506"/>
            <a:ext cx="1551950" cy="27947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Short description of park’s history:</a:t>
            </a:r>
          </a:p>
          <a:p>
            <a:pPr algn="ctr"/>
            <a:endParaRPr lang="en-US" sz="800" dirty="0">
              <a:solidFill>
                <a:schemeClr val="tx1"/>
              </a:solidFill>
            </a:endParaRPr>
          </a:p>
          <a:p>
            <a:pPr algn="ctr"/>
            <a:endParaRPr lang="en-US" sz="800" dirty="0">
              <a:solidFill>
                <a:schemeClr val="tx1"/>
              </a:solidFill>
            </a:endParaRPr>
          </a:p>
          <a:p>
            <a:pPr algn="ctr"/>
            <a:endParaRPr lang="en-US" sz="8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Date founded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Founders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Original purpose and context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Major achievements and milestones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6F3B89A-785F-3CD4-8655-970F0FE3532F}"/>
              </a:ext>
            </a:extLst>
          </p:cNvPr>
          <p:cNvSpPr/>
          <p:nvPr/>
        </p:nvSpPr>
        <p:spPr>
          <a:xfrm>
            <a:off x="8733980" y="3988705"/>
            <a:ext cx="1551950" cy="22446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Goals: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Preservation of nature</a:t>
            </a:r>
          </a:p>
          <a:p>
            <a:r>
              <a:rPr lang="en-US" sz="500" dirty="0">
                <a:solidFill>
                  <a:schemeClr val="tx1"/>
                </a:solidFill>
              </a:rPr>
              <a:t>Details of how this goal has been or is being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educating the community on sustainable practices</a:t>
            </a:r>
          </a:p>
          <a:p>
            <a:r>
              <a:rPr lang="en-US" sz="500" dirty="0">
                <a:solidFill>
                  <a:schemeClr val="tx1"/>
                </a:solidFill>
              </a:rPr>
              <a:t>Details of how this goal has been or is being completed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recycling, composting</a:t>
            </a:r>
          </a:p>
          <a:p>
            <a:r>
              <a:rPr lang="en-US" sz="500" dirty="0">
                <a:solidFill>
                  <a:schemeClr val="tx1"/>
                </a:solidFill>
              </a:rPr>
              <a:t>Details of how this goal has been or is being completed</a:t>
            </a:r>
            <a:endParaRPr lang="en-US" sz="500" dirty="0">
              <a:solidFill>
                <a:prstClr val="black"/>
              </a:solidFill>
            </a:endParaRPr>
          </a:p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F96C9F-4A7E-F17A-8379-A1591455B327}"/>
              </a:ext>
            </a:extLst>
          </p:cNvPr>
          <p:cNvSpPr/>
          <p:nvPr/>
        </p:nvSpPr>
        <p:spPr>
          <a:xfrm>
            <a:off x="8611764" y="6400800"/>
            <a:ext cx="1803400" cy="40421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Footer</a:t>
            </a:r>
          </a:p>
        </p:txBody>
      </p:sp>
      <p:pic>
        <p:nvPicPr>
          <p:cNvPr id="44" name="Picture 2" descr="Printable October 2025 Calendar - Wiki Calendar | Apache OpenOffice ...">
            <a:extLst>
              <a:ext uri="{FF2B5EF4-FFF2-40B4-BE49-F238E27FC236}">
                <a16:creationId xmlns:a16="http://schemas.microsoft.com/office/drawing/2014/main" id="{62C85871-4013-5EC8-1992-9F54F08E9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221" y="2851884"/>
            <a:ext cx="1236152" cy="954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72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466</Words>
  <Application>Microsoft Office PowerPoint</Application>
  <PresentationFormat>Widescreen</PresentationFormat>
  <Paragraphs>306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Abadi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cole</dc:creator>
  <cp:lastModifiedBy>Cole, Thomas (colet9)</cp:lastModifiedBy>
  <cp:revision>1</cp:revision>
  <dcterms:created xsi:type="dcterms:W3CDTF">2025-10-22T19:05:11Z</dcterms:created>
  <dcterms:modified xsi:type="dcterms:W3CDTF">2025-10-22T21:03:07Z</dcterms:modified>
</cp:coreProperties>
</file>